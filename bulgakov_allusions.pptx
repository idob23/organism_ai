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377440"/>
            <a:ext cx="91440" cy="18288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Аллюзии в произведениях Михаила Булгакова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0B8C8"/>
                </a:solidFill>
              </a:rPr>
              <a:t>Литературный анализ творчества М.А. Булгакова
Как скрытые отсылки формируют смысловое пространство его произведений
Михаил Афанасьевич Булгаков (1891–1940)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263640"/>
            <a:ext cx="11247120" cy="45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Что такое аллюзия?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B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Аллюзия — стилистический приём, намёк на известный исторический, мифологический, литературный или культурный факт.
Функции аллюзий в литературе:
• Углубление смысла текста
• Диалог автора с читателем
• Обход цензуры через иносказание
• Создание многоуровневого повествования
Булгаков мастерски использовал аллюзии, чтобы говорить о запретном, зашифровывая критику власти и общества в образах и сюжетах.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B0B8C8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Библейские аллюзии в «Мастере и Маргарите»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B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Роман (1966) насыщен параллелями с Новым Заветом:
• Иешуа Га-Ноцри — аллюзия на Иисуса Христа. Образ очищен от церковных догм, подчёркнута человеческая природа.
• Понтий Пилат — исторический персонаж, воплощающий трагедию трусости и нравственного компромисса.
• Воланд и его свита — отсылка к образу Мефистофеля из «Фауста» Гёте и библейскому Сатане.
• Число 12 учеников Иешуа — параллель с апостолами.
• Мотив предательства (Иуда из Кириафа) — переосмысление евангельского Иуды Искариота.
• Ершалаим как зеркало Москвы 1930-х годов — вечное противостояние власти и истины.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B0B8C8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Исторические аллюзии в «Мастере и Маргарите»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B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Булгаков вплетает реальные исторические пласты в ткань романа:
• Москва 1930-х — точная картина советского быта: МАССОЛИТ, Грибоедов, жилищный вопрос.
• Бал Воланда — аллюзия на знаменитые балы иностранных посольств в Москве, в частности бал в американском посольстве (1935).
• Образ Берлиоза — намёк на советских литературных чиновников, управлявших культурой.
• Ершалаим I века н.э. — исторически достоверная реконструкция Иудеи эпохи Тиберия.
• Персонаж Мастера — автобиографическая аллюзия на самого Булгакова и судьбу творца при тоталитаризме.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B0B8C8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Политические аллюзии в «Собачьем сердце»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B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Повесть (1925, опубл. 1987) — острая политическая сатира:
• Шариков Полиграф Полиграфович — аллюзия на «нового советского человека», порождённого революцией. Символ люмпенизированного пролетариата.
• Профессор Преображенский — образ старой русской интеллигенции, вынужденной служить новой власти. Имя отсылает к Преображению Господню.
• Операция по «очеловечиванию» собаки — метафора большевистского эксперимента над Россией.
• Швондер — собирательный образ советского партийного функционера, демагога.
• Донос Шарикова на профессора — аллюзия на систему доносительства в СССР.
• Финал (обратная операция) — авторская мечта об «отмене» революционного эксперимента.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B0B8C8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Аллюзии в «Белой гвардии»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B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Роман (1925) о судьбе России в годы Гражданской войны:
• Семья Турбиных — автобиографическая аллюзия на семью самого Булгакова в Киеве (1918–1919).
• Город (Киев) — образ вечного Города, аллюзия на Иерусалим и Рим как символы цивилизации.
• Эпиграф из «Капитанской дочки» Пушкина — аллюзия на тему метели и исторической катастрофы.
• Эпиграф из Апокалипсиса — предчувствие конца старого мира.
• Петлюра — исторический персонаж, символ хаоса и смуты.
• Образ Дома Турбиных — аллюзия на «Дом» как последний оплот культуры и человечности среди войны.
• Белые офицеры — аллюзия на рыцарей, обречённых защищать уходящий мир.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B0B8C8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Выводы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B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Аллюзии как ключевой приём Булгакова:
• Многоуровневость: произведения читаются на бытовом, историческом и философском уровнях одновременно.
• Зашифрованная критика: аллюзии позволяли обходить цензуру и говорить правду о советской действительности.
• Диалог с вечностью: через библейские и исторические отсылки Булгаков вписывал современность в контекст мировой истории.
• Автобиографизм: многие аллюзии отражают личную судьбу писателя — непризнанного гения при тоталитарной власти.
«Рукописи не горят» — главная аллюзия Булгакова на бессмертие истинного искусства.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B0B8C8"/>
                </a:solidFill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